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9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0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0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1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5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1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0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44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2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3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9AB3A-A397-47EF-8D37-7504C5FDB00E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A7242-6658-421B-B4D5-AA6D093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34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67C67F-AF8B-9001-A41D-FF51C81282D8}"/>
              </a:ext>
            </a:extLst>
          </p:cNvPr>
          <p:cNvSpPr txBox="1">
            <a:spLocks/>
          </p:cNvSpPr>
          <p:nvPr/>
        </p:nvSpPr>
        <p:spPr>
          <a:xfrm>
            <a:off x="788505" y="443949"/>
            <a:ext cx="8004312" cy="9490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/>
              <a:t>IT Internship  </a:t>
            </a:r>
            <a:endParaRPr lang="en-US" sz="4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24BA7D3-0B4B-511F-EBB1-9926A2A2B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505" y="1849544"/>
            <a:ext cx="11158330" cy="4919110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Name: Ethan 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Internship Site: Messiah University’s IT Department (Old Main)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How you found it: Through a friend’s referral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Schedule: I worked up to 20 hours per week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Onboarding/Training: Learned by shadowing </a:t>
            </a:r>
            <a:br>
              <a:rPr lang="en-US" sz="2800" dirty="0"/>
            </a:br>
            <a:r>
              <a:rPr lang="en-US" sz="2800" dirty="0"/>
              <a:t>other workers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B8BE70-6DAD-C8C1-0DD5-204B63C789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6537" y="3729028"/>
            <a:ext cx="3884669" cy="291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4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0281CF-1786-13B0-F7B2-646D4FD5BDA3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Role / Responsibilities 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35665F-AB0B-D856-8448-3DC1077AF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Assisted with troubleshooting hardware and software issues.</a:t>
            </a:r>
          </a:p>
          <a:p>
            <a:r>
              <a:rPr lang="en-US" dirty="0"/>
              <a:t>Managed help desk tickets and responded to tech support requests</a:t>
            </a:r>
          </a:p>
          <a:p>
            <a:r>
              <a:rPr lang="en-US" dirty="0"/>
              <a:t>Reimaged laptops and installed software</a:t>
            </a:r>
          </a:p>
          <a:p>
            <a:r>
              <a:rPr lang="en-US" dirty="0"/>
              <a:t>Set up and update new systems</a:t>
            </a:r>
          </a:p>
          <a:p>
            <a:r>
              <a:rPr lang="en-US" dirty="0"/>
              <a:t>Conduct maintenance and inventory on </a:t>
            </a:r>
            <a:br>
              <a:rPr lang="en-US" dirty="0"/>
            </a:br>
            <a:r>
              <a:rPr lang="en-US" dirty="0"/>
              <a:t>existing technology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74BF6AAB-A7A2-15FA-926C-36936B2A03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899" y="3581400"/>
            <a:ext cx="4048265" cy="303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8CADD44-7753-01DE-457E-EDF3B06AA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Transferrable Skills/ What Did You Learn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8F62F45B-ACB6-93FB-4C57-7D778C2B5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Gained hardware troubleshooting, software installation, and basic networking skills</a:t>
            </a:r>
          </a:p>
          <a:p>
            <a:r>
              <a:rPr lang="en-US" dirty="0"/>
              <a:t>Improved understanding of how IT infrastructure operates</a:t>
            </a:r>
          </a:p>
          <a:p>
            <a:r>
              <a:rPr lang="en-US" dirty="0"/>
              <a:t>Improved in explaining technical issues in simple terms</a:t>
            </a:r>
          </a:p>
          <a:p>
            <a:r>
              <a:rPr lang="en-US" dirty="0"/>
              <a:t>Developed my customer service skills</a:t>
            </a:r>
            <a:br>
              <a:rPr lang="en-US" dirty="0"/>
            </a:br>
            <a:r>
              <a:rPr lang="en-US" dirty="0"/>
              <a:t>and my ability to work professionally in a </a:t>
            </a:r>
            <a:br>
              <a:rPr lang="en-US" dirty="0"/>
            </a:br>
            <a:r>
              <a:rPr lang="en-US" dirty="0"/>
              <a:t>team</a:t>
            </a:r>
          </a:p>
        </p:txBody>
      </p:sp>
      <p:pic>
        <p:nvPicPr>
          <p:cNvPr id="6" name="Picture 5" descr="A computer with a blue screen&#10;&#10;AI-generated content may be incorrect.">
            <a:extLst>
              <a:ext uri="{FF2B5EF4-FFF2-40B4-BE49-F238E27FC236}">
                <a16:creationId xmlns:a16="http://schemas.microsoft.com/office/drawing/2014/main" id="{19129218-B233-D988-5ADE-69C100F4CA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904" y="3948112"/>
            <a:ext cx="3660913" cy="274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1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100A0A-D81B-0499-FF0E-B2837351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BEB127-1D77-CC8A-2E19-1CF1A5D22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2212"/>
            <a:ext cx="10515600" cy="4351338"/>
          </a:xfrm>
        </p:spPr>
        <p:txBody>
          <a:bodyPr/>
          <a:lstStyle/>
          <a:p>
            <a:r>
              <a:rPr lang="en-US" dirty="0"/>
              <a:t>Helped me apply classroom knowledge to real-world IT problems</a:t>
            </a:r>
          </a:p>
          <a:p>
            <a:r>
              <a:rPr lang="en-US" dirty="0"/>
              <a:t>Improved my technical problem-solving skills</a:t>
            </a:r>
          </a:p>
          <a:p>
            <a:r>
              <a:rPr lang="en-US" dirty="0"/>
              <a:t>Gave me confidence working in a professional technical environment</a:t>
            </a:r>
          </a:p>
          <a:p>
            <a:r>
              <a:rPr lang="en-US" dirty="0"/>
              <a:t>Confirmed my interest in a career in technology </a:t>
            </a:r>
          </a:p>
          <a:p>
            <a:endParaRPr lang="en-US" dirty="0"/>
          </a:p>
        </p:txBody>
      </p:sp>
      <p:pic>
        <p:nvPicPr>
          <p:cNvPr id="6" name="Picture 5" descr="A sign on a door&#10;&#10;AI-generated content may be incorrect.">
            <a:extLst>
              <a:ext uri="{FF2B5EF4-FFF2-40B4-BE49-F238E27FC236}">
                <a16:creationId xmlns:a16="http://schemas.microsoft.com/office/drawing/2014/main" id="{0FACF30D-D5B6-9562-268D-7EB0BAC4CC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635" y="3917881"/>
            <a:ext cx="3690730" cy="276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2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167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Transferrable Skills/ What Did You Learn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Clippinger, Jocelyn</dc:creator>
  <cp:lastModifiedBy>Le, Ethan</cp:lastModifiedBy>
  <cp:revision>2</cp:revision>
  <dcterms:created xsi:type="dcterms:W3CDTF">2023-06-21T19:24:13Z</dcterms:created>
  <dcterms:modified xsi:type="dcterms:W3CDTF">2025-11-19T20:02:10Z</dcterms:modified>
</cp:coreProperties>
</file>